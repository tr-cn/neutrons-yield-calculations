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1682413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606060"/>
    <a:srgbClr val="099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2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302" y="1047539"/>
            <a:ext cx="8761810" cy="2228427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302" y="3361902"/>
            <a:ext cx="8761810" cy="1545378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8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7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081" y="1595756"/>
            <a:ext cx="10076081" cy="2662555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7081" y="4283499"/>
            <a:ext cx="10076081" cy="1400175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5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3166" y="1703917"/>
            <a:ext cx="4965026" cy="40612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4221" y="1703917"/>
            <a:ext cx="4965026" cy="40612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4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340784"/>
            <a:ext cx="10076081" cy="123719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88" y="1569085"/>
            <a:ext cx="4942208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4688" y="2338070"/>
            <a:ext cx="4942208" cy="34389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14222" y="1569085"/>
            <a:ext cx="4966547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14222" y="2338070"/>
            <a:ext cx="4966547" cy="343894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5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6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426720"/>
            <a:ext cx="3767882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6547" y="921597"/>
            <a:ext cx="5914222" cy="4548717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688" y="1920240"/>
            <a:ext cx="3767882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8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426720"/>
            <a:ext cx="3767882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66547" y="921597"/>
            <a:ext cx="5914222" cy="4548717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688" y="1920240"/>
            <a:ext cx="3767882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68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6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60227" y="340783"/>
            <a:ext cx="2519020" cy="54243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3166" y="340783"/>
            <a:ext cx="7411031" cy="542438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7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3166" y="340784"/>
            <a:ext cx="10076081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166" y="1703917"/>
            <a:ext cx="10076081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3166" y="5932594"/>
            <a:ext cx="2628543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800" y="5932594"/>
            <a:ext cx="3942814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0704" y="5932594"/>
            <a:ext cx="2628543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0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81999" cy="63995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51975" y="2255022"/>
            <a:ext cx="2643365" cy="118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41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 </a:t>
            </a:r>
            <a:endParaRPr lang="en-US" sz="3541" dirty="0" smtClean="0">
              <a:solidFill>
                <a:srgbClr val="B5000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541" dirty="0" smtClean="0">
                <a:solidFill>
                  <a:srgbClr val="B3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(This work)</a:t>
            </a:r>
            <a:endParaRPr lang="en-US" sz="3541" dirty="0">
              <a:solidFill>
                <a:srgbClr val="B5000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25741" y="4077505"/>
            <a:ext cx="2967526" cy="63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41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Cohen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9627" y="1416854"/>
            <a:ext cx="2128643" cy="118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41" dirty="0" err="1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Pomerantz</a:t>
            </a:r>
            <a:endParaRPr lang="en-US" sz="3541" dirty="0">
              <a:solidFill>
                <a:srgbClr val="606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541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825" y="3584457"/>
            <a:ext cx="4742941" cy="63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41" dirty="0">
                <a:solidFill>
                  <a:srgbClr val="B3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SNRC (This work)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5102" y="578720"/>
            <a:ext cx="876106" cy="63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8976" y="1355428"/>
            <a:ext cx="777041" cy="63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7518" y="3419888"/>
            <a:ext cx="802581" cy="63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82202" y="3091334"/>
            <a:ext cx="769257" cy="63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</a:p>
        </p:txBody>
      </p:sp>
    </p:spTree>
    <p:extLst>
      <p:ext uri="{BB962C8B-B14F-4D97-AF65-F5344CB8AC3E}">
        <p14:creationId xmlns:p14="http://schemas.microsoft.com/office/powerpoint/2010/main" val="192054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22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20</cp:revision>
  <dcterms:created xsi:type="dcterms:W3CDTF">2025-10-21T07:13:42Z</dcterms:created>
  <dcterms:modified xsi:type="dcterms:W3CDTF">2025-12-27T20:43:05Z</dcterms:modified>
</cp:coreProperties>
</file>