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3060700" cy="33559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76" autoAdjust="0"/>
    <p:restoredTop sz="94660"/>
  </p:normalViewPr>
  <p:slideViewPr>
    <p:cSldViewPr snapToGrid="0">
      <p:cViewPr varScale="1">
        <p:scale>
          <a:sx n="185" d="100"/>
          <a:sy n="185" d="100"/>
        </p:scale>
        <p:origin x="2251" y="11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9553" y="549231"/>
            <a:ext cx="2601595" cy="1168376"/>
          </a:xfrm>
        </p:spPr>
        <p:txBody>
          <a:bodyPr anchor="b"/>
          <a:lstStyle>
            <a:lvl1pPr algn="ctr">
              <a:defRPr sz="2008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2588" y="1762664"/>
            <a:ext cx="2295525" cy="810250"/>
          </a:xfrm>
        </p:spPr>
        <p:txBody>
          <a:bodyPr/>
          <a:lstStyle>
            <a:lvl1pPr marL="0" indent="0" algn="ctr">
              <a:buNone/>
              <a:defRPr sz="803"/>
            </a:lvl1pPr>
            <a:lvl2pPr marL="153025" indent="0" algn="ctr">
              <a:buNone/>
              <a:defRPr sz="669"/>
            </a:lvl2pPr>
            <a:lvl3pPr marL="306050" indent="0" algn="ctr">
              <a:buNone/>
              <a:defRPr sz="602"/>
            </a:lvl3pPr>
            <a:lvl4pPr marL="459075" indent="0" algn="ctr">
              <a:buNone/>
              <a:defRPr sz="536"/>
            </a:lvl4pPr>
            <a:lvl5pPr marL="612099" indent="0" algn="ctr">
              <a:buNone/>
              <a:defRPr sz="536"/>
            </a:lvl5pPr>
            <a:lvl6pPr marL="765124" indent="0" algn="ctr">
              <a:buNone/>
              <a:defRPr sz="536"/>
            </a:lvl6pPr>
            <a:lvl7pPr marL="918149" indent="0" algn="ctr">
              <a:buNone/>
              <a:defRPr sz="536"/>
            </a:lvl7pPr>
            <a:lvl8pPr marL="1071174" indent="0" algn="ctr">
              <a:buNone/>
              <a:defRPr sz="536"/>
            </a:lvl8pPr>
            <a:lvl9pPr marL="1224199" indent="0" algn="ctr">
              <a:buNone/>
              <a:defRPr sz="536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75089-87E7-43C3-B498-1C4532C8E898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0142F-60BA-4688-8AB7-014811BA7F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5567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75089-87E7-43C3-B498-1C4532C8E898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0142F-60BA-4688-8AB7-014811BA7F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2590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829" y="836664"/>
            <a:ext cx="2639854" cy="1395992"/>
          </a:xfrm>
        </p:spPr>
        <p:txBody>
          <a:bodyPr anchor="b"/>
          <a:lstStyle>
            <a:lvl1pPr>
              <a:defRPr sz="2008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829" y="2245863"/>
            <a:ext cx="2639854" cy="734119"/>
          </a:xfrm>
        </p:spPr>
        <p:txBody>
          <a:bodyPr/>
          <a:lstStyle>
            <a:lvl1pPr marL="0" indent="0">
              <a:buNone/>
              <a:defRPr sz="803">
                <a:solidFill>
                  <a:schemeClr val="tx1"/>
                </a:solidFill>
              </a:defRPr>
            </a:lvl1pPr>
            <a:lvl2pPr marL="153025" indent="0">
              <a:buNone/>
              <a:defRPr sz="669">
                <a:solidFill>
                  <a:schemeClr val="tx1">
                    <a:tint val="75000"/>
                  </a:schemeClr>
                </a:solidFill>
              </a:defRPr>
            </a:lvl2pPr>
            <a:lvl3pPr marL="306050" indent="0">
              <a:buNone/>
              <a:defRPr sz="602">
                <a:solidFill>
                  <a:schemeClr val="tx1">
                    <a:tint val="75000"/>
                  </a:schemeClr>
                </a:solidFill>
              </a:defRPr>
            </a:lvl3pPr>
            <a:lvl4pPr marL="459075" indent="0">
              <a:buNone/>
              <a:defRPr sz="536">
                <a:solidFill>
                  <a:schemeClr val="tx1">
                    <a:tint val="75000"/>
                  </a:schemeClr>
                </a:solidFill>
              </a:defRPr>
            </a:lvl4pPr>
            <a:lvl5pPr marL="612099" indent="0">
              <a:buNone/>
              <a:defRPr sz="536">
                <a:solidFill>
                  <a:schemeClr val="tx1">
                    <a:tint val="75000"/>
                  </a:schemeClr>
                </a:solidFill>
              </a:defRPr>
            </a:lvl5pPr>
            <a:lvl6pPr marL="765124" indent="0">
              <a:buNone/>
              <a:defRPr sz="536">
                <a:solidFill>
                  <a:schemeClr val="tx1">
                    <a:tint val="75000"/>
                  </a:schemeClr>
                </a:solidFill>
              </a:defRPr>
            </a:lvl6pPr>
            <a:lvl7pPr marL="918149" indent="0">
              <a:buNone/>
              <a:defRPr sz="536">
                <a:solidFill>
                  <a:schemeClr val="tx1">
                    <a:tint val="75000"/>
                  </a:schemeClr>
                </a:solidFill>
              </a:defRPr>
            </a:lvl7pPr>
            <a:lvl8pPr marL="1071174" indent="0">
              <a:buNone/>
              <a:defRPr sz="536">
                <a:solidFill>
                  <a:schemeClr val="tx1">
                    <a:tint val="75000"/>
                  </a:schemeClr>
                </a:solidFill>
              </a:defRPr>
            </a:lvl8pPr>
            <a:lvl9pPr marL="1224199" indent="0">
              <a:buNone/>
              <a:defRPr sz="53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75089-87E7-43C3-B498-1C4532C8E898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0142F-60BA-4688-8AB7-014811BA7F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00906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10423" y="893373"/>
            <a:ext cx="1300798" cy="2129335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49479" y="893373"/>
            <a:ext cx="1300798" cy="2129335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75089-87E7-43C3-B498-1C4532C8E898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0142F-60BA-4688-8AB7-014811BA7F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2390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0822" y="178675"/>
            <a:ext cx="2639854" cy="64866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0822" y="822680"/>
            <a:ext cx="1294819" cy="403183"/>
          </a:xfrm>
        </p:spPr>
        <p:txBody>
          <a:bodyPr anchor="b"/>
          <a:lstStyle>
            <a:lvl1pPr marL="0" indent="0">
              <a:buNone/>
              <a:defRPr sz="803" b="1"/>
            </a:lvl1pPr>
            <a:lvl2pPr marL="153025" indent="0">
              <a:buNone/>
              <a:defRPr sz="669" b="1"/>
            </a:lvl2pPr>
            <a:lvl3pPr marL="306050" indent="0">
              <a:buNone/>
              <a:defRPr sz="602" b="1"/>
            </a:lvl3pPr>
            <a:lvl4pPr marL="459075" indent="0">
              <a:buNone/>
              <a:defRPr sz="536" b="1"/>
            </a:lvl4pPr>
            <a:lvl5pPr marL="612099" indent="0">
              <a:buNone/>
              <a:defRPr sz="536" b="1"/>
            </a:lvl5pPr>
            <a:lvl6pPr marL="765124" indent="0">
              <a:buNone/>
              <a:defRPr sz="536" b="1"/>
            </a:lvl6pPr>
            <a:lvl7pPr marL="918149" indent="0">
              <a:buNone/>
              <a:defRPr sz="536" b="1"/>
            </a:lvl7pPr>
            <a:lvl8pPr marL="1071174" indent="0">
              <a:buNone/>
              <a:defRPr sz="536" b="1"/>
            </a:lvl8pPr>
            <a:lvl9pPr marL="1224199" indent="0">
              <a:buNone/>
              <a:defRPr sz="536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10822" y="1225863"/>
            <a:ext cx="1294819" cy="18030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49480" y="822680"/>
            <a:ext cx="1301196" cy="403183"/>
          </a:xfrm>
        </p:spPr>
        <p:txBody>
          <a:bodyPr anchor="b"/>
          <a:lstStyle>
            <a:lvl1pPr marL="0" indent="0">
              <a:buNone/>
              <a:defRPr sz="803" b="1"/>
            </a:lvl1pPr>
            <a:lvl2pPr marL="153025" indent="0">
              <a:buNone/>
              <a:defRPr sz="669" b="1"/>
            </a:lvl2pPr>
            <a:lvl3pPr marL="306050" indent="0">
              <a:buNone/>
              <a:defRPr sz="602" b="1"/>
            </a:lvl3pPr>
            <a:lvl4pPr marL="459075" indent="0">
              <a:buNone/>
              <a:defRPr sz="536" b="1"/>
            </a:lvl4pPr>
            <a:lvl5pPr marL="612099" indent="0">
              <a:buNone/>
              <a:defRPr sz="536" b="1"/>
            </a:lvl5pPr>
            <a:lvl6pPr marL="765124" indent="0">
              <a:buNone/>
              <a:defRPr sz="536" b="1"/>
            </a:lvl6pPr>
            <a:lvl7pPr marL="918149" indent="0">
              <a:buNone/>
              <a:defRPr sz="536" b="1"/>
            </a:lvl7pPr>
            <a:lvl8pPr marL="1071174" indent="0">
              <a:buNone/>
              <a:defRPr sz="536" b="1"/>
            </a:lvl8pPr>
            <a:lvl9pPr marL="1224199" indent="0">
              <a:buNone/>
              <a:defRPr sz="536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49480" y="1225863"/>
            <a:ext cx="1301196" cy="18030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75089-87E7-43C3-B498-1C4532C8E898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0142F-60BA-4688-8AB7-014811BA7F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83006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75089-87E7-43C3-B498-1C4532C8E898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0142F-60BA-4688-8AB7-014811BA7F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8146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75089-87E7-43C3-B498-1C4532C8E898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0142F-60BA-4688-8AB7-014811BA7F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77686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0822" y="223732"/>
            <a:ext cx="987155" cy="783061"/>
          </a:xfrm>
        </p:spPr>
        <p:txBody>
          <a:bodyPr anchor="b"/>
          <a:lstStyle>
            <a:lvl1pPr>
              <a:defRPr sz="107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01196" y="483199"/>
            <a:ext cx="1549479" cy="2384917"/>
          </a:xfrm>
        </p:spPr>
        <p:txBody>
          <a:bodyPr/>
          <a:lstStyle>
            <a:lvl1pPr>
              <a:defRPr sz="1071"/>
            </a:lvl1pPr>
            <a:lvl2pPr>
              <a:defRPr sz="937"/>
            </a:lvl2pPr>
            <a:lvl3pPr>
              <a:defRPr sz="803"/>
            </a:lvl3pPr>
            <a:lvl4pPr>
              <a:defRPr sz="669"/>
            </a:lvl4pPr>
            <a:lvl5pPr>
              <a:defRPr sz="669"/>
            </a:lvl5pPr>
            <a:lvl6pPr>
              <a:defRPr sz="669"/>
            </a:lvl6pPr>
            <a:lvl7pPr>
              <a:defRPr sz="669"/>
            </a:lvl7pPr>
            <a:lvl8pPr>
              <a:defRPr sz="669"/>
            </a:lvl8pPr>
            <a:lvl9pPr>
              <a:defRPr sz="669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0822" y="1006792"/>
            <a:ext cx="987155" cy="1865208"/>
          </a:xfrm>
        </p:spPr>
        <p:txBody>
          <a:bodyPr/>
          <a:lstStyle>
            <a:lvl1pPr marL="0" indent="0">
              <a:buNone/>
              <a:defRPr sz="536"/>
            </a:lvl1pPr>
            <a:lvl2pPr marL="153025" indent="0">
              <a:buNone/>
              <a:defRPr sz="469"/>
            </a:lvl2pPr>
            <a:lvl3pPr marL="306050" indent="0">
              <a:buNone/>
              <a:defRPr sz="402"/>
            </a:lvl3pPr>
            <a:lvl4pPr marL="459075" indent="0">
              <a:buNone/>
              <a:defRPr sz="335"/>
            </a:lvl4pPr>
            <a:lvl5pPr marL="612099" indent="0">
              <a:buNone/>
              <a:defRPr sz="335"/>
            </a:lvl5pPr>
            <a:lvl6pPr marL="765124" indent="0">
              <a:buNone/>
              <a:defRPr sz="335"/>
            </a:lvl6pPr>
            <a:lvl7pPr marL="918149" indent="0">
              <a:buNone/>
              <a:defRPr sz="335"/>
            </a:lvl7pPr>
            <a:lvl8pPr marL="1071174" indent="0">
              <a:buNone/>
              <a:defRPr sz="335"/>
            </a:lvl8pPr>
            <a:lvl9pPr marL="1224199" indent="0">
              <a:buNone/>
              <a:defRPr sz="335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75089-87E7-43C3-B498-1C4532C8E898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0142F-60BA-4688-8AB7-014811BA7F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6652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0822" y="223732"/>
            <a:ext cx="987155" cy="783061"/>
          </a:xfrm>
        </p:spPr>
        <p:txBody>
          <a:bodyPr anchor="b"/>
          <a:lstStyle>
            <a:lvl1pPr>
              <a:defRPr sz="107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01196" y="483199"/>
            <a:ext cx="1549479" cy="2384917"/>
          </a:xfrm>
        </p:spPr>
        <p:txBody>
          <a:bodyPr anchor="t"/>
          <a:lstStyle>
            <a:lvl1pPr marL="0" indent="0">
              <a:buNone/>
              <a:defRPr sz="1071"/>
            </a:lvl1pPr>
            <a:lvl2pPr marL="153025" indent="0">
              <a:buNone/>
              <a:defRPr sz="937"/>
            </a:lvl2pPr>
            <a:lvl3pPr marL="306050" indent="0">
              <a:buNone/>
              <a:defRPr sz="803"/>
            </a:lvl3pPr>
            <a:lvl4pPr marL="459075" indent="0">
              <a:buNone/>
              <a:defRPr sz="669"/>
            </a:lvl4pPr>
            <a:lvl5pPr marL="612099" indent="0">
              <a:buNone/>
              <a:defRPr sz="669"/>
            </a:lvl5pPr>
            <a:lvl6pPr marL="765124" indent="0">
              <a:buNone/>
              <a:defRPr sz="669"/>
            </a:lvl6pPr>
            <a:lvl7pPr marL="918149" indent="0">
              <a:buNone/>
              <a:defRPr sz="669"/>
            </a:lvl7pPr>
            <a:lvl8pPr marL="1071174" indent="0">
              <a:buNone/>
              <a:defRPr sz="669"/>
            </a:lvl8pPr>
            <a:lvl9pPr marL="1224199" indent="0">
              <a:buNone/>
              <a:defRPr sz="669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0822" y="1006792"/>
            <a:ext cx="987155" cy="1865208"/>
          </a:xfrm>
        </p:spPr>
        <p:txBody>
          <a:bodyPr/>
          <a:lstStyle>
            <a:lvl1pPr marL="0" indent="0">
              <a:buNone/>
              <a:defRPr sz="536"/>
            </a:lvl1pPr>
            <a:lvl2pPr marL="153025" indent="0">
              <a:buNone/>
              <a:defRPr sz="469"/>
            </a:lvl2pPr>
            <a:lvl3pPr marL="306050" indent="0">
              <a:buNone/>
              <a:defRPr sz="402"/>
            </a:lvl3pPr>
            <a:lvl4pPr marL="459075" indent="0">
              <a:buNone/>
              <a:defRPr sz="335"/>
            </a:lvl4pPr>
            <a:lvl5pPr marL="612099" indent="0">
              <a:buNone/>
              <a:defRPr sz="335"/>
            </a:lvl5pPr>
            <a:lvl6pPr marL="765124" indent="0">
              <a:buNone/>
              <a:defRPr sz="335"/>
            </a:lvl6pPr>
            <a:lvl7pPr marL="918149" indent="0">
              <a:buNone/>
              <a:defRPr sz="335"/>
            </a:lvl7pPr>
            <a:lvl8pPr marL="1071174" indent="0">
              <a:buNone/>
              <a:defRPr sz="335"/>
            </a:lvl8pPr>
            <a:lvl9pPr marL="1224199" indent="0">
              <a:buNone/>
              <a:defRPr sz="335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75089-87E7-43C3-B498-1C4532C8E898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0142F-60BA-4688-8AB7-014811BA7F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79825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75089-87E7-43C3-B498-1C4532C8E898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0142F-60BA-4688-8AB7-014811BA7F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5497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190314" y="178674"/>
            <a:ext cx="659963" cy="2844034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10423" y="178674"/>
            <a:ext cx="1941632" cy="2844034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75089-87E7-43C3-B498-1C4532C8E898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0142F-60BA-4688-8AB7-014811BA7F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89166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10423" y="178675"/>
            <a:ext cx="2639854" cy="6486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0423" y="893373"/>
            <a:ext cx="2639854" cy="21293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10423" y="3110492"/>
            <a:ext cx="688658" cy="1786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0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B75089-87E7-43C3-B498-1C4532C8E898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13857" y="3110492"/>
            <a:ext cx="1032986" cy="1786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0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61619" y="3110492"/>
            <a:ext cx="688658" cy="1786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0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30142F-60BA-4688-8AB7-014811BA7F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5781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306050" rtl="0" eaLnBrk="1" latinLnBrk="0" hangingPunct="1">
        <a:lnSpc>
          <a:spcPct val="90000"/>
        </a:lnSpc>
        <a:spcBef>
          <a:spcPct val="0"/>
        </a:spcBef>
        <a:buNone/>
        <a:defRPr sz="147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6512" indent="-76512" algn="l" defTabSz="306050" rtl="0" eaLnBrk="1" latinLnBrk="0" hangingPunct="1">
        <a:lnSpc>
          <a:spcPct val="90000"/>
        </a:lnSpc>
        <a:spcBef>
          <a:spcPts val="335"/>
        </a:spcBef>
        <a:buFont typeface="Arial" panose="020B0604020202020204" pitchFamily="34" charset="0"/>
        <a:buChar char="•"/>
        <a:defRPr sz="937" kern="1200">
          <a:solidFill>
            <a:schemeClr val="tx1"/>
          </a:solidFill>
          <a:latin typeface="+mn-lt"/>
          <a:ea typeface="+mn-ea"/>
          <a:cs typeface="+mn-cs"/>
        </a:defRPr>
      </a:lvl1pPr>
      <a:lvl2pPr marL="229537" indent="-76512" algn="l" defTabSz="306050" rtl="0" eaLnBrk="1" latinLnBrk="0" hangingPunct="1">
        <a:lnSpc>
          <a:spcPct val="90000"/>
        </a:lnSpc>
        <a:spcBef>
          <a:spcPts val="167"/>
        </a:spcBef>
        <a:buFont typeface="Arial" panose="020B0604020202020204" pitchFamily="34" charset="0"/>
        <a:buChar char="•"/>
        <a:defRPr sz="803" kern="1200">
          <a:solidFill>
            <a:schemeClr val="tx1"/>
          </a:solidFill>
          <a:latin typeface="+mn-lt"/>
          <a:ea typeface="+mn-ea"/>
          <a:cs typeface="+mn-cs"/>
        </a:defRPr>
      </a:lvl2pPr>
      <a:lvl3pPr marL="382562" indent="-76512" algn="l" defTabSz="306050" rtl="0" eaLnBrk="1" latinLnBrk="0" hangingPunct="1">
        <a:lnSpc>
          <a:spcPct val="90000"/>
        </a:lnSpc>
        <a:spcBef>
          <a:spcPts val="167"/>
        </a:spcBef>
        <a:buFont typeface="Arial" panose="020B0604020202020204" pitchFamily="34" charset="0"/>
        <a:buChar char="•"/>
        <a:defRPr sz="669" kern="1200">
          <a:solidFill>
            <a:schemeClr val="tx1"/>
          </a:solidFill>
          <a:latin typeface="+mn-lt"/>
          <a:ea typeface="+mn-ea"/>
          <a:cs typeface="+mn-cs"/>
        </a:defRPr>
      </a:lvl3pPr>
      <a:lvl4pPr marL="535587" indent="-76512" algn="l" defTabSz="306050" rtl="0" eaLnBrk="1" latinLnBrk="0" hangingPunct="1">
        <a:lnSpc>
          <a:spcPct val="90000"/>
        </a:lnSpc>
        <a:spcBef>
          <a:spcPts val="167"/>
        </a:spcBef>
        <a:buFont typeface="Arial" panose="020B0604020202020204" pitchFamily="34" charset="0"/>
        <a:buChar char="•"/>
        <a:defRPr sz="602" kern="1200">
          <a:solidFill>
            <a:schemeClr val="tx1"/>
          </a:solidFill>
          <a:latin typeface="+mn-lt"/>
          <a:ea typeface="+mn-ea"/>
          <a:cs typeface="+mn-cs"/>
        </a:defRPr>
      </a:lvl4pPr>
      <a:lvl5pPr marL="688612" indent="-76512" algn="l" defTabSz="306050" rtl="0" eaLnBrk="1" latinLnBrk="0" hangingPunct="1">
        <a:lnSpc>
          <a:spcPct val="90000"/>
        </a:lnSpc>
        <a:spcBef>
          <a:spcPts val="167"/>
        </a:spcBef>
        <a:buFont typeface="Arial" panose="020B0604020202020204" pitchFamily="34" charset="0"/>
        <a:buChar char="•"/>
        <a:defRPr sz="602" kern="1200">
          <a:solidFill>
            <a:schemeClr val="tx1"/>
          </a:solidFill>
          <a:latin typeface="+mn-lt"/>
          <a:ea typeface="+mn-ea"/>
          <a:cs typeface="+mn-cs"/>
        </a:defRPr>
      </a:lvl5pPr>
      <a:lvl6pPr marL="841637" indent="-76512" algn="l" defTabSz="306050" rtl="0" eaLnBrk="1" latinLnBrk="0" hangingPunct="1">
        <a:lnSpc>
          <a:spcPct val="90000"/>
        </a:lnSpc>
        <a:spcBef>
          <a:spcPts val="167"/>
        </a:spcBef>
        <a:buFont typeface="Arial" panose="020B0604020202020204" pitchFamily="34" charset="0"/>
        <a:buChar char="•"/>
        <a:defRPr sz="602" kern="1200">
          <a:solidFill>
            <a:schemeClr val="tx1"/>
          </a:solidFill>
          <a:latin typeface="+mn-lt"/>
          <a:ea typeface="+mn-ea"/>
          <a:cs typeface="+mn-cs"/>
        </a:defRPr>
      </a:lvl6pPr>
      <a:lvl7pPr marL="994661" indent="-76512" algn="l" defTabSz="306050" rtl="0" eaLnBrk="1" latinLnBrk="0" hangingPunct="1">
        <a:lnSpc>
          <a:spcPct val="90000"/>
        </a:lnSpc>
        <a:spcBef>
          <a:spcPts val="167"/>
        </a:spcBef>
        <a:buFont typeface="Arial" panose="020B0604020202020204" pitchFamily="34" charset="0"/>
        <a:buChar char="•"/>
        <a:defRPr sz="602" kern="1200">
          <a:solidFill>
            <a:schemeClr val="tx1"/>
          </a:solidFill>
          <a:latin typeface="+mn-lt"/>
          <a:ea typeface="+mn-ea"/>
          <a:cs typeface="+mn-cs"/>
        </a:defRPr>
      </a:lvl7pPr>
      <a:lvl8pPr marL="1147686" indent="-76512" algn="l" defTabSz="306050" rtl="0" eaLnBrk="1" latinLnBrk="0" hangingPunct="1">
        <a:lnSpc>
          <a:spcPct val="90000"/>
        </a:lnSpc>
        <a:spcBef>
          <a:spcPts val="167"/>
        </a:spcBef>
        <a:buFont typeface="Arial" panose="020B0604020202020204" pitchFamily="34" charset="0"/>
        <a:buChar char="•"/>
        <a:defRPr sz="602" kern="1200">
          <a:solidFill>
            <a:schemeClr val="tx1"/>
          </a:solidFill>
          <a:latin typeface="+mn-lt"/>
          <a:ea typeface="+mn-ea"/>
          <a:cs typeface="+mn-cs"/>
        </a:defRPr>
      </a:lvl8pPr>
      <a:lvl9pPr marL="1300711" indent="-76512" algn="l" defTabSz="306050" rtl="0" eaLnBrk="1" latinLnBrk="0" hangingPunct="1">
        <a:lnSpc>
          <a:spcPct val="90000"/>
        </a:lnSpc>
        <a:spcBef>
          <a:spcPts val="167"/>
        </a:spcBef>
        <a:buFont typeface="Arial" panose="020B0604020202020204" pitchFamily="34" charset="0"/>
        <a:buChar char="•"/>
        <a:defRPr sz="60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6050" rtl="0" eaLnBrk="1" latinLnBrk="0" hangingPunct="1">
        <a:defRPr sz="602" kern="1200">
          <a:solidFill>
            <a:schemeClr val="tx1"/>
          </a:solidFill>
          <a:latin typeface="+mn-lt"/>
          <a:ea typeface="+mn-ea"/>
          <a:cs typeface="+mn-cs"/>
        </a:defRPr>
      </a:lvl1pPr>
      <a:lvl2pPr marL="153025" algn="l" defTabSz="306050" rtl="0" eaLnBrk="1" latinLnBrk="0" hangingPunct="1">
        <a:defRPr sz="602" kern="1200">
          <a:solidFill>
            <a:schemeClr val="tx1"/>
          </a:solidFill>
          <a:latin typeface="+mn-lt"/>
          <a:ea typeface="+mn-ea"/>
          <a:cs typeface="+mn-cs"/>
        </a:defRPr>
      </a:lvl2pPr>
      <a:lvl3pPr marL="306050" algn="l" defTabSz="306050" rtl="0" eaLnBrk="1" latinLnBrk="0" hangingPunct="1">
        <a:defRPr sz="602" kern="1200">
          <a:solidFill>
            <a:schemeClr val="tx1"/>
          </a:solidFill>
          <a:latin typeface="+mn-lt"/>
          <a:ea typeface="+mn-ea"/>
          <a:cs typeface="+mn-cs"/>
        </a:defRPr>
      </a:lvl3pPr>
      <a:lvl4pPr marL="459075" algn="l" defTabSz="306050" rtl="0" eaLnBrk="1" latinLnBrk="0" hangingPunct="1">
        <a:defRPr sz="602" kern="1200">
          <a:solidFill>
            <a:schemeClr val="tx1"/>
          </a:solidFill>
          <a:latin typeface="+mn-lt"/>
          <a:ea typeface="+mn-ea"/>
          <a:cs typeface="+mn-cs"/>
        </a:defRPr>
      </a:lvl4pPr>
      <a:lvl5pPr marL="612099" algn="l" defTabSz="306050" rtl="0" eaLnBrk="1" latinLnBrk="0" hangingPunct="1">
        <a:defRPr sz="602" kern="1200">
          <a:solidFill>
            <a:schemeClr val="tx1"/>
          </a:solidFill>
          <a:latin typeface="+mn-lt"/>
          <a:ea typeface="+mn-ea"/>
          <a:cs typeface="+mn-cs"/>
        </a:defRPr>
      </a:lvl5pPr>
      <a:lvl6pPr marL="765124" algn="l" defTabSz="306050" rtl="0" eaLnBrk="1" latinLnBrk="0" hangingPunct="1">
        <a:defRPr sz="602" kern="1200">
          <a:solidFill>
            <a:schemeClr val="tx1"/>
          </a:solidFill>
          <a:latin typeface="+mn-lt"/>
          <a:ea typeface="+mn-ea"/>
          <a:cs typeface="+mn-cs"/>
        </a:defRPr>
      </a:lvl6pPr>
      <a:lvl7pPr marL="918149" algn="l" defTabSz="306050" rtl="0" eaLnBrk="1" latinLnBrk="0" hangingPunct="1">
        <a:defRPr sz="602" kern="1200">
          <a:solidFill>
            <a:schemeClr val="tx1"/>
          </a:solidFill>
          <a:latin typeface="+mn-lt"/>
          <a:ea typeface="+mn-ea"/>
          <a:cs typeface="+mn-cs"/>
        </a:defRPr>
      </a:lvl7pPr>
      <a:lvl8pPr marL="1071174" algn="l" defTabSz="306050" rtl="0" eaLnBrk="1" latinLnBrk="0" hangingPunct="1">
        <a:defRPr sz="602" kern="1200">
          <a:solidFill>
            <a:schemeClr val="tx1"/>
          </a:solidFill>
          <a:latin typeface="+mn-lt"/>
          <a:ea typeface="+mn-ea"/>
          <a:cs typeface="+mn-cs"/>
        </a:defRPr>
      </a:lvl8pPr>
      <a:lvl9pPr marL="1224199" algn="l" defTabSz="306050" rtl="0" eaLnBrk="1" latinLnBrk="0" hangingPunct="1">
        <a:defRPr sz="60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7590"/>
            <a:ext cx="3060700" cy="1678385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060700" cy="1677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85807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36</TotalTime>
  <Words>0</Words>
  <Application>Microsoft Office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Tamir</dc:creator>
  <cp:lastModifiedBy>Tamir</cp:lastModifiedBy>
  <cp:revision>6</cp:revision>
  <dcterms:created xsi:type="dcterms:W3CDTF">2025-12-27T19:57:05Z</dcterms:created>
  <dcterms:modified xsi:type="dcterms:W3CDTF">2025-12-27T20:45:01Z</dcterms:modified>
</cp:coreProperties>
</file>