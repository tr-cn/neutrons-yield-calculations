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1682413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606060"/>
    <a:srgbClr val="099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9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6181" y="2095078"/>
            <a:ext cx="9930051" cy="4456853"/>
          </a:xfrm>
        </p:spPr>
        <p:txBody>
          <a:bodyPr anchor="b"/>
          <a:lstStyle>
            <a:lvl1pPr algn="ctr">
              <a:defRPr sz="76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302" y="6723804"/>
            <a:ext cx="8761810" cy="3090756"/>
          </a:xfrm>
        </p:spPr>
        <p:txBody>
          <a:bodyPr/>
          <a:lstStyle>
            <a:lvl1pPr marL="0" indent="0" algn="ctr">
              <a:buNone/>
              <a:defRPr sz="3066"/>
            </a:lvl1pPr>
            <a:lvl2pPr marL="584119" indent="0" algn="ctr">
              <a:buNone/>
              <a:defRPr sz="2555"/>
            </a:lvl2pPr>
            <a:lvl3pPr marL="1168237" indent="0" algn="ctr">
              <a:buNone/>
              <a:defRPr sz="2300"/>
            </a:lvl3pPr>
            <a:lvl4pPr marL="1752356" indent="0" algn="ctr">
              <a:buNone/>
              <a:defRPr sz="2044"/>
            </a:lvl4pPr>
            <a:lvl5pPr marL="2336475" indent="0" algn="ctr">
              <a:buNone/>
              <a:defRPr sz="2044"/>
            </a:lvl5pPr>
            <a:lvl6pPr marL="2920594" indent="0" algn="ctr">
              <a:buNone/>
              <a:defRPr sz="2044"/>
            </a:lvl6pPr>
            <a:lvl7pPr marL="3504712" indent="0" algn="ctr">
              <a:buNone/>
              <a:defRPr sz="2044"/>
            </a:lvl7pPr>
            <a:lvl8pPr marL="4088831" indent="0" algn="ctr">
              <a:buNone/>
              <a:defRPr sz="2044"/>
            </a:lvl8pPr>
            <a:lvl9pPr marL="4672950" indent="0" algn="ctr">
              <a:buNone/>
              <a:defRPr sz="204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5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7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082" y="3191514"/>
            <a:ext cx="10076081" cy="5325109"/>
          </a:xfrm>
        </p:spPr>
        <p:txBody>
          <a:bodyPr anchor="b"/>
          <a:lstStyle>
            <a:lvl1pPr>
              <a:defRPr sz="76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7082" y="8567000"/>
            <a:ext cx="10076081" cy="2800349"/>
          </a:xfrm>
        </p:spPr>
        <p:txBody>
          <a:bodyPr/>
          <a:lstStyle>
            <a:lvl1pPr marL="0" indent="0">
              <a:buNone/>
              <a:defRPr sz="3066">
                <a:solidFill>
                  <a:schemeClr val="tx1"/>
                </a:solidFill>
              </a:defRPr>
            </a:lvl1pPr>
            <a:lvl2pPr marL="584119" indent="0">
              <a:buNone/>
              <a:defRPr sz="2555">
                <a:solidFill>
                  <a:schemeClr val="tx1">
                    <a:tint val="75000"/>
                  </a:schemeClr>
                </a:solidFill>
              </a:defRPr>
            </a:lvl2pPr>
            <a:lvl3pPr marL="1168237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752356" indent="0">
              <a:buNone/>
              <a:defRPr sz="2044">
                <a:solidFill>
                  <a:schemeClr val="tx1">
                    <a:tint val="75000"/>
                  </a:schemeClr>
                </a:solidFill>
              </a:defRPr>
            </a:lvl4pPr>
            <a:lvl5pPr marL="2336475" indent="0">
              <a:buNone/>
              <a:defRPr sz="2044">
                <a:solidFill>
                  <a:schemeClr val="tx1">
                    <a:tint val="75000"/>
                  </a:schemeClr>
                </a:solidFill>
              </a:defRPr>
            </a:lvl5pPr>
            <a:lvl6pPr marL="2920594" indent="0">
              <a:buNone/>
              <a:defRPr sz="2044">
                <a:solidFill>
                  <a:schemeClr val="tx1">
                    <a:tint val="75000"/>
                  </a:schemeClr>
                </a:solidFill>
              </a:defRPr>
            </a:lvl6pPr>
            <a:lvl7pPr marL="3504712" indent="0">
              <a:buNone/>
              <a:defRPr sz="2044">
                <a:solidFill>
                  <a:schemeClr val="tx1">
                    <a:tint val="75000"/>
                  </a:schemeClr>
                </a:solidFill>
              </a:defRPr>
            </a:lvl7pPr>
            <a:lvl8pPr marL="4088831" indent="0">
              <a:buNone/>
              <a:defRPr sz="2044">
                <a:solidFill>
                  <a:schemeClr val="tx1">
                    <a:tint val="75000"/>
                  </a:schemeClr>
                </a:solidFill>
              </a:defRPr>
            </a:lvl8pPr>
            <a:lvl9pPr marL="4672950" indent="0">
              <a:buNone/>
              <a:defRPr sz="20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3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3166" y="3407833"/>
            <a:ext cx="4965026" cy="81224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4221" y="3407833"/>
            <a:ext cx="4965026" cy="81224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2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681570"/>
            <a:ext cx="10076081" cy="24743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689" y="3138171"/>
            <a:ext cx="4942208" cy="1537969"/>
          </a:xfrm>
        </p:spPr>
        <p:txBody>
          <a:bodyPr anchor="b"/>
          <a:lstStyle>
            <a:lvl1pPr marL="0" indent="0">
              <a:buNone/>
              <a:defRPr sz="3066" b="1"/>
            </a:lvl1pPr>
            <a:lvl2pPr marL="584119" indent="0">
              <a:buNone/>
              <a:defRPr sz="2555" b="1"/>
            </a:lvl2pPr>
            <a:lvl3pPr marL="1168237" indent="0">
              <a:buNone/>
              <a:defRPr sz="2300" b="1"/>
            </a:lvl3pPr>
            <a:lvl4pPr marL="1752356" indent="0">
              <a:buNone/>
              <a:defRPr sz="2044" b="1"/>
            </a:lvl4pPr>
            <a:lvl5pPr marL="2336475" indent="0">
              <a:buNone/>
              <a:defRPr sz="2044" b="1"/>
            </a:lvl5pPr>
            <a:lvl6pPr marL="2920594" indent="0">
              <a:buNone/>
              <a:defRPr sz="2044" b="1"/>
            </a:lvl6pPr>
            <a:lvl7pPr marL="3504712" indent="0">
              <a:buNone/>
              <a:defRPr sz="2044" b="1"/>
            </a:lvl7pPr>
            <a:lvl8pPr marL="4088831" indent="0">
              <a:buNone/>
              <a:defRPr sz="2044" b="1"/>
            </a:lvl8pPr>
            <a:lvl9pPr marL="4672950" indent="0">
              <a:buNone/>
              <a:defRPr sz="204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4689" y="4676140"/>
            <a:ext cx="4942208" cy="68778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14222" y="3138171"/>
            <a:ext cx="4966547" cy="1537969"/>
          </a:xfrm>
        </p:spPr>
        <p:txBody>
          <a:bodyPr anchor="b"/>
          <a:lstStyle>
            <a:lvl1pPr marL="0" indent="0">
              <a:buNone/>
              <a:defRPr sz="3066" b="1"/>
            </a:lvl1pPr>
            <a:lvl2pPr marL="584119" indent="0">
              <a:buNone/>
              <a:defRPr sz="2555" b="1"/>
            </a:lvl2pPr>
            <a:lvl3pPr marL="1168237" indent="0">
              <a:buNone/>
              <a:defRPr sz="2300" b="1"/>
            </a:lvl3pPr>
            <a:lvl4pPr marL="1752356" indent="0">
              <a:buNone/>
              <a:defRPr sz="2044" b="1"/>
            </a:lvl4pPr>
            <a:lvl5pPr marL="2336475" indent="0">
              <a:buNone/>
              <a:defRPr sz="2044" b="1"/>
            </a:lvl5pPr>
            <a:lvl6pPr marL="2920594" indent="0">
              <a:buNone/>
              <a:defRPr sz="2044" b="1"/>
            </a:lvl6pPr>
            <a:lvl7pPr marL="3504712" indent="0">
              <a:buNone/>
              <a:defRPr sz="2044" b="1"/>
            </a:lvl7pPr>
            <a:lvl8pPr marL="4088831" indent="0">
              <a:buNone/>
              <a:defRPr sz="2044" b="1"/>
            </a:lvl8pPr>
            <a:lvl9pPr marL="4672950" indent="0">
              <a:buNone/>
              <a:defRPr sz="204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14222" y="4676140"/>
            <a:ext cx="4966547" cy="68778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5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0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853440"/>
            <a:ext cx="3767882" cy="2987040"/>
          </a:xfrm>
        </p:spPr>
        <p:txBody>
          <a:bodyPr anchor="b"/>
          <a:lstStyle>
            <a:lvl1pPr>
              <a:defRPr sz="40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6547" y="1843196"/>
            <a:ext cx="5914222" cy="9097433"/>
          </a:xfrm>
        </p:spPr>
        <p:txBody>
          <a:bodyPr/>
          <a:lstStyle>
            <a:lvl1pPr>
              <a:defRPr sz="4088"/>
            </a:lvl1pPr>
            <a:lvl2pPr>
              <a:defRPr sz="3577"/>
            </a:lvl2pPr>
            <a:lvl3pPr>
              <a:defRPr sz="3066"/>
            </a:lvl3pPr>
            <a:lvl4pPr>
              <a:defRPr sz="2555"/>
            </a:lvl4pPr>
            <a:lvl5pPr>
              <a:defRPr sz="2555"/>
            </a:lvl5pPr>
            <a:lvl6pPr>
              <a:defRPr sz="2555"/>
            </a:lvl6pPr>
            <a:lvl7pPr>
              <a:defRPr sz="2555"/>
            </a:lvl7pPr>
            <a:lvl8pPr>
              <a:defRPr sz="2555"/>
            </a:lvl8pPr>
            <a:lvl9pPr>
              <a:defRPr sz="2555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688" y="3840480"/>
            <a:ext cx="3767882" cy="7114964"/>
          </a:xfrm>
        </p:spPr>
        <p:txBody>
          <a:bodyPr/>
          <a:lstStyle>
            <a:lvl1pPr marL="0" indent="0">
              <a:buNone/>
              <a:defRPr sz="2044"/>
            </a:lvl1pPr>
            <a:lvl2pPr marL="584119" indent="0">
              <a:buNone/>
              <a:defRPr sz="1789"/>
            </a:lvl2pPr>
            <a:lvl3pPr marL="1168237" indent="0">
              <a:buNone/>
              <a:defRPr sz="1533"/>
            </a:lvl3pPr>
            <a:lvl4pPr marL="1752356" indent="0">
              <a:buNone/>
              <a:defRPr sz="1278"/>
            </a:lvl4pPr>
            <a:lvl5pPr marL="2336475" indent="0">
              <a:buNone/>
              <a:defRPr sz="1278"/>
            </a:lvl5pPr>
            <a:lvl6pPr marL="2920594" indent="0">
              <a:buNone/>
              <a:defRPr sz="1278"/>
            </a:lvl6pPr>
            <a:lvl7pPr marL="3504712" indent="0">
              <a:buNone/>
              <a:defRPr sz="1278"/>
            </a:lvl7pPr>
            <a:lvl8pPr marL="4088831" indent="0">
              <a:buNone/>
              <a:defRPr sz="1278"/>
            </a:lvl8pPr>
            <a:lvl9pPr marL="4672950" indent="0">
              <a:buNone/>
              <a:defRPr sz="127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7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88" y="853440"/>
            <a:ext cx="3767882" cy="2987040"/>
          </a:xfrm>
        </p:spPr>
        <p:txBody>
          <a:bodyPr anchor="b"/>
          <a:lstStyle>
            <a:lvl1pPr>
              <a:defRPr sz="40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66547" y="1843196"/>
            <a:ext cx="5914222" cy="9097433"/>
          </a:xfrm>
        </p:spPr>
        <p:txBody>
          <a:bodyPr anchor="t"/>
          <a:lstStyle>
            <a:lvl1pPr marL="0" indent="0">
              <a:buNone/>
              <a:defRPr sz="4088"/>
            </a:lvl1pPr>
            <a:lvl2pPr marL="584119" indent="0">
              <a:buNone/>
              <a:defRPr sz="3577"/>
            </a:lvl2pPr>
            <a:lvl3pPr marL="1168237" indent="0">
              <a:buNone/>
              <a:defRPr sz="3066"/>
            </a:lvl3pPr>
            <a:lvl4pPr marL="1752356" indent="0">
              <a:buNone/>
              <a:defRPr sz="2555"/>
            </a:lvl4pPr>
            <a:lvl5pPr marL="2336475" indent="0">
              <a:buNone/>
              <a:defRPr sz="2555"/>
            </a:lvl5pPr>
            <a:lvl6pPr marL="2920594" indent="0">
              <a:buNone/>
              <a:defRPr sz="2555"/>
            </a:lvl6pPr>
            <a:lvl7pPr marL="3504712" indent="0">
              <a:buNone/>
              <a:defRPr sz="2555"/>
            </a:lvl7pPr>
            <a:lvl8pPr marL="4088831" indent="0">
              <a:buNone/>
              <a:defRPr sz="2555"/>
            </a:lvl8pPr>
            <a:lvl9pPr marL="4672950" indent="0">
              <a:buNone/>
              <a:defRPr sz="255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688" y="3840480"/>
            <a:ext cx="3767882" cy="7114964"/>
          </a:xfrm>
        </p:spPr>
        <p:txBody>
          <a:bodyPr/>
          <a:lstStyle>
            <a:lvl1pPr marL="0" indent="0">
              <a:buNone/>
              <a:defRPr sz="2044"/>
            </a:lvl1pPr>
            <a:lvl2pPr marL="584119" indent="0">
              <a:buNone/>
              <a:defRPr sz="1789"/>
            </a:lvl2pPr>
            <a:lvl3pPr marL="1168237" indent="0">
              <a:buNone/>
              <a:defRPr sz="1533"/>
            </a:lvl3pPr>
            <a:lvl4pPr marL="1752356" indent="0">
              <a:buNone/>
              <a:defRPr sz="1278"/>
            </a:lvl4pPr>
            <a:lvl5pPr marL="2336475" indent="0">
              <a:buNone/>
              <a:defRPr sz="1278"/>
            </a:lvl5pPr>
            <a:lvl6pPr marL="2920594" indent="0">
              <a:buNone/>
              <a:defRPr sz="1278"/>
            </a:lvl6pPr>
            <a:lvl7pPr marL="3504712" indent="0">
              <a:buNone/>
              <a:defRPr sz="1278"/>
            </a:lvl7pPr>
            <a:lvl8pPr marL="4088831" indent="0">
              <a:buNone/>
              <a:defRPr sz="1278"/>
            </a:lvl8pPr>
            <a:lvl9pPr marL="4672950" indent="0">
              <a:buNone/>
              <a:defRPr sz="127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91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82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60228" y="681567"/>
            <a:ext cx="2519020" cy="1084876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3166" y="681567"/>
            <a:ext cx="7411031" cy="1084876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8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3166" y="681570"/>
            <a:ext cx="10076081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166" y="3407833"/>
            <a:ext cx="10076081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3166" y="11865189"/>
            <a:ext cx="2628543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58146-E94C-4469-A078-1C846ABE6D1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800" y="11865189"/>
            <a:ext cx="3942814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0704" y="11865189"/>
            <a:ext cx="2628543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A2C3-FBA2-4424-8695-FA55B9862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4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168237" rtl="0" eaLnBrk="1" latinLnBrk="0" hangingPunct="1">
        <a:lnSpc>
          <a:spcPct val="90000"/>
        </a:lnSpc>
        <a:spcBef>
          <a:spcPct val="0"/>
        </a:spcBef>
        <a:buNone/>
        <a:defRPr sz="56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059" indent="-292059" algn="l" defTabSz="1168237" rtl="0" eaLnBrk="1" latinLnBrk="0" hangingPunct="1">
        <a:lnSpc>
          <a:spcPct val="90000"/>
        </a:lnSpc>
        <a:spcBef>
          <a:spcPts val="1278"/>
        </a:spcBef>
        <a:buFont typeface="Arial" panose="020B0604020202020204" pitchFamily="34" charset="0"/>
        <a:buChar char="•"/>
        <a:defRPr sz="3577" kern="1200">
          <a:solidFill>
            <a:schemeClr val="tx1"/>
          </a:solidFill>
          <a:latin typeface="+mn-lt"/>
          <a:ea typeface="+mn-ea"/>
          <a:cs typeface="+mn-cs"/>
        </a:defRPr>
      </a:lvl1pPr>
      <a:lvl2pPr marL="876178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3066" kern="1200">
          <a:solidFill>
            <a:schemeClr val="tx1"/>
          </a:solidFill>
          <a:latin typeface="+mn-lt"/>
          <a:ea typeface="+mn-ea"/>
          <a:cs typeface="+mn-cs"/>
        </a:defRPr>
      </a:lvl2pPr>
      <a:lvl3pPr marL="1460297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2555" kern="1200">
          <a:solidFill>
            <a:schemeClr val="tx1"/>
          </a:solidFill>
          <a:latin typeface="+mn-lt"/>
          <a:ea typeface="+mn-ea"/>
          <a:cs typeface="+mn-cs"/>
        </a:defRPr>
      </a:lvl3pPr>
      <a:lvl4pPr marL="2044416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628534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212653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796772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380890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965009" indent="-292059" algn="l" defTabSz="116823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4119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68237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2356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6475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20594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04712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88831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72950" algn="l" defTabSz="116823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06" y="0"/>
            <a:ext cx="11682000" cy="12801600"/>
            <a:chOff x="206" y="0"/>
            <a:chExt cx="11682000" cy="12801600"/>
          </a:xfrm>
        </p:grpSpPr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" y="0"/>
              <a:ext cx="11681999" cy="639957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4322101" y="2255022"/>
              <a:ext cx="2643365" cy="118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solidFill>
                    <a:srgbClr val="B500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ELI </a:t>
              </a:r>
              <a:endParaRPr lang="en-US" sz="3541" dirty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541" dirty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(This work)</a:t>
              </a:r>
              <a:endParaRPr lang="en-US" sz="3541" dirty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807021" y="4077505"/>
              <a:ext cx="2967526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41" dirty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Cohen (2024)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419669" y="1416854"/>
              <a:ext cx="2128643" cy="118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 err="1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Pomerantz</a:t>
              </a:r>
              <a:endParaRPr lang="en-US" sz="3541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541" dirty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(2014)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054987" y="3584457"/>
              <a:ext cx="4742941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41" dirty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SNRC (This work)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10691" y="549409"/>
              <a:ext cx="883080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66906" y="1355428"/>
              <a:ext cx="777041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04902" y="3154670"/>
              <a:ext cx="802581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334530" y="2815520"/>
              <a:ext cx="769287" cy="63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" y="6402030"/>
              <a:ext cx="11682000" cy="639957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4322583" y="8247488"/>
              <a:ext cx="2642400" cy="1181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>
                  <a:solidFill>
                    <a:srgbClr val="B500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ELI</a:t>
              </a:r>
            </a:p>
            <a:p>
              <a:pPr algn="ctr"/>
              <a:r>
                <a:rPr lang="en-US" sz="3540" dirty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(This work</a:t>
              </a:r>
              <a:r>
                <a:rPr lang="en-US" sz="3540" dirty="0" smtClean="0">
                  <a:solidFill>
                    <a:srgbClr val="B3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540" dirty="0">
                <a:solidFill>
                  <a:srgbClr val="B5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07021" y="9601815"/>
              <a:ext cx="1482034" cy="1181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40" dirty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Cohen (2024</a:t>
              </a:r>
              <a:r>
                <a:rPr lang="en-US" sz="3540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540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420190" y="7581688"/>
              <a:ext cx="2127600" cy="1181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err="1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Pomerantz</a:t>
              </a:r>
              <a:endParaRPr lang="en-US" sz="3540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3540" dirty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(2014</a:t>
              </a:r>
              <a:r>
                <a:rPr lang="en-US" sz="3540" dirty="0" smtClean="0"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3540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10691" y="6801440"/>
              <a:ext cx="883080" cy="637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  <a:endParaRPr lang="en-US" sz="354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966626" y="7405763"/>
              <a:ext cx="777600" cy="637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  <a:endParaRPr lang="en-US" sz="354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004792" y="8740400"/>
              <a:ext cx="802800" cy="637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4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  <a:endParaRPr lang="en-US" sz="354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054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38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27</cp:revision>
  <dcterms:created xsi:type="dcterms:W3CDTF">2025-10-21T07:13:42Z</dcterms:created>
  <dcterms:modified xsi:type="dcterms:W3CDTF">2025-12-27T21:15:45Z</dcterms:modified>
</cp:coreProperties>
</file>