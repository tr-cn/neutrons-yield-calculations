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60700" cy="335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>
        <p:scale>
          <a:sx n="200" d="100"/>
          <a:sy n="200" d="100"/>
        </p:scale>
        <p:origin x="210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549231"/>
            <a:ext cx="2601595" cy="1168376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762664"/>
            <a:ext cx="2295525" cy="810250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7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2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836664"/>
            <a:ext cx="2639854" cy="1395992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2245863"/>
            <a:ext cx="2639854" cy="734119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893373"/>
            <a:ext cx="1300798" cy="212933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893373"/>
            <a:ext cx="1300798" cy="212933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4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78675"/>
            <a:ext cx="2639854" cy="6486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822680"/>
            <a:ext cx="1294819" cy="403183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1225863"/>
            <a:ext cx="1294819" cy="1803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822680"/>
            <a:ext cx="1301196" cy="403183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1225863"/>
            <a:ext cx="1301196" cy="1803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2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2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1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732"/>
            <a:ext cx="987155" cy="783061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483199"/>
            <a:ext cx="1549479" cy="2384917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6792"/>
            <a:ext cx="987155" cy="186520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732"/>
            <a:ext cx="987155" cy="783061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483199"/>
            <a:ext cx="1549479" cy="2384917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6792"/>
            <a:ext cx="987155" cy="186520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4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78674"/>
            <a:ext cx="659963" cy="28440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78674"/>
            <a:ext cx="1941632" cy="28440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6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78675"/>
            <a:ext cx="2639854" cy="648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893373"/>
            <a:ext cx="2639854" cy="2129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3110492"/>
            <a:ext cx="688658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1545-BC70-4B85-934D-10A42CCDF5D7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3110492"/>
            <a:ext cx="1032986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3110492"/>
            <a:ext cx="688658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03BC-DE7F-44BB-ACAC-C2BADE2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6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"/>
            <a:ext cx="3060700" cy="3353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76" y="0"/>
            <a:ext cx="37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76" y="1415778"/>
            <a:ext cx="37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32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2</cp:revision>
  <dcterms:created xsi:type="dcterms:W3CDTF">2025-12-27T21:16:40Z</dcterms:created>
  <dcterms:modified xsi:type="dcterms:W3CDTF">2025-12-27T21:49:06Z</dcterms:modified>
</cp:coreProperties>
</file>