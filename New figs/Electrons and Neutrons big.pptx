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872788" cy="11909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6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459" y="1949067"/>
            <a:ext cx="9241870" cy="4146244"/>
          </a:xfrm>
        </p:spPr>
        <p:txBody>
          <a:bodyPr anchor="b"/>
          <a:lstStyle>
            <a:lvl1pPr algn="ctr">
              <a:defRPr sz="713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9" y="6255206"/>
            <a:ext cx="8154591" cy="2875353"/>
          </a:xfrm>
        </p:spPr>
        <p:txBody>
          <a:bodyPr/>
          <a:lstStyle>
            <a:lvl1pPr marL="0" indent="0" algn="ctr">
              <a:buNone/>
              <a:defRPr sz="2854"/>
            </a:lvl1pPr>
            <a:lvl2pPr marL="543657" indent="0" algn="ctr">
              <a:buNone/>
              <a:defRPr sz="2378"/>
            </a:lvl2pPr>
            <a:lvl3pPr marL="1087313" indent="0" algn="ctr">
              <a:buNone/>
              <a:defRPr sz="2140"/>
            </a:lvl3pPr>
            <a:lvl4pPr marL="1630970" indent="0" algn="ctr">
              <a:buNone/>
              <a:defRPr sz="1903"/>
            </a:lvl4pPr>
            <a:lvl5pPr marL="2174626" indent="0" algn="ctr">
              <a:buNone/>
              <a:defRPr sz="1903"/>
            </a:lvl5pPr>
            <a:lvl6pPr marL="2718283" indent="0" algn="ctr">
              <a:buNone/>
              <a:defRPr sz="1903"/>
            </a:lvl6pPr>
            <a:lvl7pPr marL="3261939" indent="0" algn="ctr">
              <a:buNone/>
              <a:defRPr sz="1903"/>
            </a:lvl7pPr>
            <a:lvl8pPr marL="3805596" indent="0" algn="ctr">
              <a:buNone/>
              <a:defRPr sz="1903"/>
            </a:lvl8pPr>
            <a:lvl9pPr marL="4349252" indent="0" algn="ctr">
              <a:buNone/>
              <a:defRPr sz="190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53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9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842" y="2969089"/>
            <a:ext cx="9377780" cy="4953989"/>
          </a:xfrm>
        </p:spPr>
        <p:txBody>
          <a:bodyPr anchor="b"/>
          <a:lstStyle>
            <a:lvl1pPr>
              <a:defRPr sz="713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842" y="7969945"/>
            <a:ext cx="9377780" cy="2605186"/>
          </a:xfrm>
        </p:spPr>
        <p:txBody>
          <a:bodyPr/>
          <a:lstStyle>
            <a:lvl1pPr marL="0" indent="0">
              <a:buNone/>
              <a:defRPr sz="2854">
                <a:solidFill>
                  <a:schemeClr val="tx1"/>
                </a:solidFill>
              </a:defRPr>
            </a:lvl1pPr>
            <a:lvl2pPr marL="543657" indent="0">
              <a:buNone/>
              <a:defRPr sz="2378">
                <a:solidFill>
                  <a:schemeClr val="tx1">
                    <a:tint val="75000"/>
                  </a:schemeClr>
                </a:solidFill>
              </a:defRPr>
            </a:lvl2pPr>
            <a:lvl3pPr marL="1087313" indent="0">
              <a:buNone/>
              <a:defRPr sz="2140">
                <a:solidFill>
                  <a:schemeClr val="tx1">
                    <a:tint val="75000"/>
                  </a:schemeClr>
                </a:solidFill>
              </a:defRPr>
            </a:lvl3pPr>
            <a:lvl4pPr marL="1630970" indent="0">
              <a:buNone/>
              <a:defRPr sz="1903">
                <a:solidFill>
                  <a:schemeClr val="tx1">
                    <a:tint val="75000"/>
                  </a:schemeClr>
                </a:solidFill>
              </a:defRPr>
            </a:lvl4pPr>
            <a:lvl5pPr marL="2174626" indent="0">
              <a:buNone/>
              <a:defRPr sz="1903">
                <a:solidFill>
                  <a:schemeClr val="tx1">
                    <a:tint val="75000"/>
                  </a:schemeClr>
                </a:solidFill>
              </a:defRPr>
            </a:lvl5pPr>
            <a:lvl6pPr marL="2718283" indent="0">
              <a:buNone/>
              <a:defRPr sz="1903">
                <a:solidFill>
                  <a:schemeClr val="tx1">
                    <a:tint val="75000"/>
                  </a:schemeClr>
                </a:solidFill>
              </a:defRPr>
            </a:lvl6pPr>
            <a:lvl7pPr marL="3261939" indent="0">
              <a:buNone/>
              <a:defRPr sz="1903">
                <a:solidFill>
                  <a:schemeClr val="tx1">
                    <a:tint val="75000"/>
                  </a:schemeClr>
                </a:solidFill>
              </a:defRPr>
            </a:lvl7pPr>
            <a:lvl8pPr marL="3805596" indent="0">
              <a:buNone/>
              <a:defRPr sz="1903">
                <a:solidFill>
                  <a:schemeClr val="tx1">
                    <a:tint val="75000"/>
                  </a:schemeClr>
                </a:solidFill>
              </a:defRPr>
            </a:lvl8pPr>
            <a:lvl9pPr marL="4349252" indent="0">
              <a:buNone/>
              <a:defRPr sz="19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0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7504" y="3170333"/>
            <a:ext cx="4620935" cy="75564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04349" y="3170333"/>
            <a:ext cx="4620935" cy="75564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09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920" y="634069"/>
            <a:ext cx="9377780" cy="2301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922" y="2919464"/>
            <a:ext cx="4599698" cy="1430784"/>
          </a:xfrm>
        </p:spPr>
        <p:txBody>
          <a:bodyPr anchor="b"/>
          <a:lstStyle>
            <a:lvl1pPr marL="0" indent="0">
              <a:buNone/>
              <a:defRPr sz="2854" b="1"/>
            </a:lvl1pPr>
            <a:lvl2pPr marL="543657" indent="0">
              <a:buNone/>
              <a:defRPr sz="2378" b="1"/>
            </a:lvl2pPr>
            <a:lvl3pPr marL="1087313" indent="0">
              <a:buNone/>
              <a:defRPr sz="2140" b="1"/>
            </a:lvl3pPr>
            <a:lvl4pPr marL="1630970" indent="0">
              <a:buNone/>
              <a:defRPr sz="1903" b="1"/>
            </a:lvl4pPr>
            <a:lvl5pPr marL="2174626" indent="0">
              <a:buNone/>
              <a:defRPr sz="1903" b="1"/>
            </a:lvl5pPr>
            <a:lvl6pPr marL="2718283" indent="0">
              <a:buNone/>
              <a:defRPr sz="1903" b="1"/>
            </a:lvl6pPr>
            <a:lvl7pPr marL="3261939" indent="0">
              <a:buNone/>
              <a:defRPr sz="1903" b="1"/>
            </a:lvl7pPr>
            <a:lvl8pPr marL="3805596" indent="0">
              <a:buNone/>
              <a:defRPr sz="1903" b="1"/>
            </a:lvl8pPr>
            <a:lvl9pPr marL="4349252" indent="0">
              <a:buNone/>
              <a:defRPr sz="190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8922" y="4350248"/>
            <a:ext cx="4599698" cy="63985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4350" y="2919464"/>
            <a:ext cx="4622351" cy="1430784"/>
          </a:xfrm>
        </p:spPr>
        <p:txBody>
          <a:bodyPr anchor="b"/>
          <a:lstStyle>
            <a:lvl1pPr marL="0" indent="0">
              <a:buNone/>
              <a:defRPr sz="2854" b="1"/>
            </a:lvl1pPr>
            <a:lvl2pPr marL="543657" indent="0">
              <a:buNone/>
              <a:defRPr sz="2378" b="1"/>
            </a:lvl2pPr>
            <a:lvl3pPr marL="1087313" indent="0">
              <a:buNone/>
              <a:defRPr sz="2140" b="1"/>
            </a:lvl3pPr>
            <a:lvl4pPr marL="1630970" indent="0">
              <a:buNone/>
              <a:defRPr sz="1903" b="1"/>
            </a:lvl4pPr>
            <a:lvl5pPr marL="2174626" indent="0">
              <a:buNone/>
              <a:defRPr sz="1903" b="1"/>
            </a:lvl5pPr>
            <a:lvl6pPr marL="2718283" indent="0">
              <a:buNone/>
              <a:defRPr sz="1903" b="1"/>
            </a:lvl6pPr>
            <a:lvl7pPr marL="3261939" indent="0">
              <a:buNone/>
              <a:defRPr sz="1903" b="1"/>
            </a:lvl7pPr>
            <a:lvl8pPr marL="3805596" indent="0">
              <a:buNone/>
              <a:defRPr sz="1903" b="1"/>
            </a:lvl8pPr>
            <a:lvl9pPr marL="4349252" indent="0">
              <a:buNone/>
              <a:defRPr sz="190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4350" y="4350248"/>
            <a:ext cx="4622351" cy="63985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2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9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920" y="793962"/>
            <a:ext cx="3506757" cy="2778866"/>
          </a:xfrm>
        </p:spPr>
        <p:txBody>
          <a:bodyPr anchor="b"/>
          <a:lstStyle>
            <a:lvl1pPr>
              <a:defRPr sz="380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2351" y="1714739"/>
            <a:ext cx="5504349" cy="8463411"/>
          </a:xfrm>
        </p:spPr>
        <p:txBody>
          <a:bodyPr/>
          <a:lstStyle>
            <a:lvl1pPr>
              <a:defRPr sz="3805"/>
            </a:lvl1pPr>
            <a:lvl2pPr>
              <a:defRPr sz="3329"/>
            </a:lvl2pPr>
            <a:lvl3pPr>
              <a:defRPr sz="2854"/>
            </a:lvl3pPr>
            <a:lvl4pPr>
              <a:defRPr sz="2378"/>
            </a:lvl4pPr>
            <a:lvl5pPr>
              <a:defRPr sz="2378"/>
            </a:lvl5pPr>
            <a:lvl6pPr>
              <a:defRPr sz="2378"/>
            </a:lvl6pPr>
            <a:lvl7pPr>
              <a:defRPr sz="2378"/>
            </a:lvl7pPr>
            <a:lvl8pPr>
              <a:defRPr sz="2378"/>
            </a:lvl8pPr>
            <a:lvl9pPr>
              <a:defRPr sz="2378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8920" y="3572827"/>
            <a:ext cx="3506757" cy="6619105"/>
          </a:xfrm>
        </p:spPr>
        <p:txBody>
          <a:bodyPr/>
          <a:lstStyle>
            <a:lvl1pPr marL="0" indent="0">
              <a:buNone/>
              <a:defRPr sz="1903"/>
            </a:lvl1pPr>
            <a:lvl2pPr marL="543657" indent="0">
              <a:buNone/>
              <a:defRPr sz="1665"/>
            </a:lvl2pPr>
            <a:lvl3pPr marL="1087313" indent="0">
              <a:buNone/>
              <a:defRPr sz="1427"/>
            </a:lvl3pPr>
            <a:lvl4pPr marL="1630970" indent="0">
              <a:buNone/>
              <a:defRPr sz="1189"/>
            </a:lvl4pPr>
            <a:lvl5pPr marL="2174626" indent="0">
              <a:buNone/>
              <a:defRPr sz="1189"/>
            </a:lvl5pPr>
            <a:lvl6pPr marL="2718283" indent="0">
              <a:buNone/>
              <a:defRPr sz="1189"/>
            </a:lvl6pPr>
            <a:lvl7pPr marL="3261939" indent="0">
              <a:buNone/>
              <a:defRPr sz="1189"/>
            </a:lvl7pPr>
            <a:lvl8pPr marL="3805596" indent="0">
              <a:buNone/>
              <a:defRPr sz="1189"/>
            </a:lvl8pPr>
            <a:lvl9pPr marL="4349252" indent="0">
              <a:buNone/>
              <a:defRPr sz="1189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9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920" y="793962"/>
            <a:ext cx="3506757" cy="2778866"/>
          </a:xfrm>
        </p:spPr>
        <p:txBody>
          <a:bodyPr anchor="b"/>
          <a:lstStyle>
            <a:lvl1pPr>
              <a:defRPr sz="380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22351" y="1714739"/>
            <a:ext cx="5504349" cy="8463411"/>
          </a:xfrm>
        </p:spPr>
        <p:txBody>
          <a:bodyPr anchor="t"/>
          <a:lstStyle>
            <a:lvl1pPr marL="0" indent="0">
              <a:buNone/>
              <a:defRPr sz="3805"/>
            </a:lvl1pPr>
            <a:lvl2pPr marL="543657" indent="0">
              <a:buNone/>
              <a:defRPr sz="3329"/>
            </a:lvl2pPr>
            <a:lvl3pPr marL="1087313" indent="0">
              <a:buNone/>
              <a:defRPr sz="2854"/>
            </a:lvl3pPr>
            <a:lvl4pPr marL="1630970" indent="0">
              <a:buNone/>
              <a:defRPr sz="2378"/>
            </a:lvl4pPr>
            <a:lvl5pPr marL="2174626" indent="0">
              <a:buNone/>
              <a:defRPr sz="2378"/>
            </a:lvl5pPr>
            <a:lvl6pPr marL="2718283" indent="0">
              <a:buNone/>
              <a:defRPr sz="2378"/>
            </a:lvl6pPr>
            <a:lvl7pPr marL="3261939" indent="0">
              <a:buNone/>
              <a:defRPr sz="2378"/>
            </a:lvl7pPr>
            <a:lvl8pPr marL="3805596" indent="0">
              <a:buNone/>
              <a:defRPr sz="2378"/>
            </a:lvl8pPr>
            <a:lvl9pPr marL="4349252" indent="0">
              <a:buNone/>
              <a:defRPr sz="2378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8920" y="3572827"/>
            <a:ext cx="3506757" cy="6619105"/>
          </a:xfrm>
        </p:spPr>
        <p:txBody>
          <a:bodyPr/>
          <a:lstStyle>
            <a:lvl1pPr marL="0" indent="0">
              <a:buNone/>
              <a:defRPr sz="1903"/>
            </a:lvl1pPr>
            <a:lvl2pPr marL="543657" indent="0">
              <a:buNone/>
              <a:defRPr sz="1665"/>
            </a:lvl2pPr>
            <a:lvl3pPr marL="1087313" indent="0">
              <a:buNone/>
              <a:defRPr sz="1427"/>
            </a:lvl3pPr>
            <a:lvl4pPr marL="1630970" indent="0">
              <a:buNone/>
              <a:defRPr sz="1189"/>
            </a:lvl4pPr>
            <a:lvl5pPr marL="2174626" indent="0">
              <a:buNone/>
              <a:defRPr sz="1189"/>
            </a:lvl5pPr>
            <a:lvl6pPr marL="2718283" indent="0">
              <a:buNone/>
              <a:defRPr sz="1189"/>
            </a:lvl6pPr>
            <a:lvl7pPr marL="3261939" indent="0">
              <a:buNone/>
              <a:defRPr sz="1189"/>
            </a:lvl7pPr>
            <a:lvl8pPr marL="3805596" indent="0">
              <a:buNone/>
              <a:defRPr sz="1189"/>
            </a:lvl8pPr>
            <a:lvl9pPr marL="4349252" indent="0">
              <a:buNone/>
              <a:defRPr sz="1189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9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3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80839" y="634067"/>
            <a:ext cx="2344445" cy="10092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7505" y="634067"/>
            <a:ext cx="6897425" cy="1009268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4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7504" y="634069"/>
            <a:ext cx="9377780" cy="230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504" y="3170333"/>
            <a:ext cx="9377780" cy="7556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7504" y="11038275"/>
            <a:ext cx="2446377" cy="63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1611" y="11038275"/>
            <a:ext cx="3669566" cy="63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907" y="11038275"/>
            <a:ext cx="2446377" cy="63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4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87313" rtl="0" eaLnBrk="1" latinLnBrk="0" hangingPunct="1">
        <a:lnSpc>
          <a:spcPct val="90000"/>
        </a:lnSpc>
        <a:spcBef>
          <a:spcPct val="0"/>
        </a:spcBef>
        <a:buNone/>
        <a:defRPr sz="52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1828" indent="-271828" algn="l" defTabSz="1087313" rtl="0" eaLnBrk="1" latinLnBrk="0" hangingPunct="1">
        <a:lnSpc>
          <a:spcPct val="90000"/>
        </a:lnSpc>
        <a:spcBef>
          <a:spcPts val="1189"/>
        </a:spcBef>
        <a:buFont typeface="Arial" panose="020B0604020202020204" pitchFamily="34" charset="0"/>
        <a:buChar char="•"/>
        <a:defRPr sz="3329" kern="1200">
          <a:solidFill>
            <a:schemeClr val="tx1"/>
          </a:solidFill>
          <a:latin typeface="+mn-lt"/>
          <a:ea typeface="+mn-ea"/>
          <a:cs typeface="+mn-cs"/>
        </a:defRPr>
      </a:lvl1pPr>
      <a:lvl2pPr marL="815485" indent="-271828" algn="l" defTabSz="1087313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854" kern="1200">
          <a:solidFill>
            <a:schemeClr val="tx1"/>
          </a:solidFill>
          <a:latin typeface="+mn-lt"/>
          <a:ea typeface="+mn-ea"/>
          <a:cs typeface="+mn-cs"/>
        </a:defRPr>
      </a:lvl2pPr>
      <a:lvl3pPr marL="1359141" indent="-271828" algn="l" defTabSz="1087313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378" kern="1200">
          <a:solidFill>
            <a:schemeClr val="tx1"/>
          </a:solidFill>
          <a:latin typeface="+mn-lt"/>
          <a:ea typeface="+mn-ea"/>
          <a:cs typeface="+mn-cs"/>
        </a:defRPr>
      </a:lvl3pPr>
      <a:lvl4pPr marL="1902798" indent="-271828" algn="l" defTabSz="1087313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4pPr>
      <a:lvl5pPr marL="2446454" indent="-271828" algn="l" defTabSz="1087313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5pPr>
      <a:lvl6pPr marL="2990111" indent="-271828" algn="l" defTabSz="1087313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6pPr>
      <a:lvl7pPr marL="3533767" indent="-271828" algn="l" defTabSz="1087313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7pPr>
      <a:lvl8pPr marL="4077424" indent="-271828" algn="l" defTabSz="1087313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8pPr>
      <a:lvl9pPr marL="4621080" indent="-271828" algn="l" defTabSz="1087313" rtl="0" eaLnBrk="1" latinLnBrk="0" hangingPunct="1">
        <a:lnSpc>
          <a:spcPct val="90000"/>
        </a:lnSpc>
        <a:spcBef>
          <a:spcPts val="59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1pPr>
      <a:lvl2pPr marL="543657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2pPr>
      <a:lvl3pPr marL="1087313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3pPr>
      <a:lvl4pPr marL="1630970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4pPr>
      <a:lvl5pPr marL="2174626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5pPr>
      <a:lvl6pPr marL="2718283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6pPr>
      <a:lvl7pPr marL="3261939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7pPr>
      <a:lvl8pPr marL="3805596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8pPr>
      <a:lvl9pPr marL="4349252" algn="l" defTabSz="1087313" rtl="0" eaLnBrk="1" latinLnBrk="0" hangingPunct="1">
        <a:defRPr sz="21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394" y="0"/>
            <a:ext cx="10872001" cy="11909425"/>
            <a:chOff x="394" y="0"/>
            <a:chExt cx="10872001" cy="119094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" y="0"/>
              <a:ext cx="10872001" cy="5955841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" y="5953584"/>
              <a:ext cx="10872001" cy="5955841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7224655" y="1489501"/>
              <a:ext cx="2643365" cy="118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>
                  <a:solidFill>
                    <a:srgbClr val="B5000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ELI </a:t>
              </a:r>
              <a:endParaRPr lang="en-US" sz="3541" dirty="0" smtClean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541" dirty="0" smtClean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(This work)</a:t>
              </a:r>
              <a:endParaRPr lang="en-US" sz="3541" dirty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699870" y="4005940"/>
              <a:ext cx="2678592" cy="63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 smtClean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Cohen </a:t>
              </a:r>
              <a:r>
                <a:rPr lang="en-US" sz="3541" dirty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(2024</a:t>
              </a:r>
              <a:r>
                <a:rPr lang="en-US" sz="3541" dirty="0" smtClean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3541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84437" y="3547617"/>
              <a:ext cx="3616770" cy="63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SNRC (This work)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36075" y="9070173"/>
              <a:ext cx="1510178" cy="118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 smtClean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Cohen</a:t>
              </a:r>
            </a:p>
            <a:p>
              <a:pPr algn="ctr"/>
              <a:r>
                <a:rPr lang="en-US" sz="3541" dirty="0" smtClean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(2024)</a:t>
              </a:r>
              <a:endParaRPr lang="en-US" sz="3541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24654" y="7443085"/>
              <a:ext cx="2643365" cy="118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>
                  <a:solidFill>
                    <a:srgbClr val="B5000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ELI </a:t>
              </a:r>
              <a:endParaRPr lang="en-US" sz="3541" dirty="0" smtClean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541" dirty="0" smtClean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(This work)</a:t>
              </a:r>
              <a:endParaRPr lang="en-US" sz="3541" dirty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3736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24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Tamir</cp:lastModifiedBy>
  <cp:revision>6</cp:revision>
  <dcterms:created xsi:type="dcterms:W3CDTF">2025-12-28T21:07:58Z</dcterms:created>
  <dcterms:modified xsi:type="dcterms:W3CDTF">2025-12-29T09:39:11Z</dcterms:modified>
</cp:coreProperties>
</file>