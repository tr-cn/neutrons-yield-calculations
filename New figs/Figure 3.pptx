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3060700" cy="3351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80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9553" y="548451"/>
            <a:ext cx="2601595" cy="1166719"/>
          </a:xfrm>
        </p:spPr>
        <p:txBody>
          <a:bodyPr anchor="b"/>
          <a:lstStyle>
            <a:lvl1pPr algn="ctr">
              <a:defRPr sz="2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2588" y="1760163"/>
            <a:ext cx="2295525" cy="809100"/>
          </a:xfrm>
        </p:spPr>
        <p:txBody>
          <a:bodyPr/>
          <a:lstStyle>
            <a:lvl1pPr marL="0" indent="0" algn="ctr">
              <a:buNone/>
              <a:defRPr sz="803"/>
            </a:lvl1pPr>
            <a:lvl2pPr marL="153025" indent="0" algn="ctr">
              <a:buNone/>
              <a:defRPr sz="669"/>
            </a:lvl2pPr>
            <a:lvl3pPr marL="306050" indent="0" algn="ctr">
              <a:buNone/>
              <a:defRPr sz="602"/>
            </a:lvl3pPr>
            <a:lvl4pPr marL="459075" indent="0" algn="ctr">
              <a:buNone/>
              <a:defRPr sz="536"/>
            </a:lvl4pPr>
            <a:lvl5pPr marL="612099" indent="0" algn="ctr">
              <a:buNone/>
              <a:defRPr sz="536"/>
            </a:lvl5pPr>
            <a:lvl6pPr marL="765124" indent="0" algn="ctr">
              <a:buNone/>
              <a:defRPr sz="536"/>
            </a:lvl6pPr>
            <a:lvl7pPr marL="918149" indent="0" algn="ctr">
              <a:buNone/>
              <a:defRPr sz="536"/>
            </a:lvl7pPr>
            <a:lvl8pPr marL="1071174" indent="0" algn="ctr">
              <a:buNone/>
              <a:defRPr sz="536"/>
            </a:lvl8pPr>
            <a:lvl9pPr marL="1224199" indent="0" algn="ctr">
              <a:buNone/>
              <a:defRPr sz="536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8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32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829" y="835477"/>
            <a:ext cx="2639854" cy="1394011"/>
          </a:xfrm>
        </p:spPr>
        <p:txBody>
          <a:bodyPr anchor="b"/>
          <a:lstStyle>
            <a:lvl1pPr>
              <a:defRPr sz="2008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829" y="2242676"/>
            <a:ext cx="2639854" cy="733078"/>
          </a:xfrm>
        </p:spPr>
        <p:txBody>
          <a:bodyPr/>
          <a:lstStyle>
            <a:lvl1pPr marL="0" indent="0">
              <a:buNone/>
              <a:defRPr sz="803">
                <a:solidFill>
                  <a:schemeClr val="tx1"/>
                </a:solidFill>
              </a:defRPr>
            </a:lvl1pPr>
            <a:lvl2pPr marL="153025" indent="0">
              <a:buNone/>
              <a:defRPr sz="669">
                <a:solidFill>
                  <a:schemeClr val="tx1">
                    <a:tint val="75000"/>
                  </a:schemeClr>
                </a:solidFill>
              </a:defRPr>
            </a:lvl2pPr>
            <a:lvl3pPr marL="306050" indent="0">
              <a:buNone/>
              <a:defRPr sz="602">
                <a:solidFill>
                  <a:schemeClr val="tx1">
                    <a:tint val="75000"/>
                  </a:schemeClr>
                </a:solidFill>
              </a:defRPr>
            </a:lvl3pPr>
            <a:lvl4pPr marL="459075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4pPr>
            <a:lvl5pPr marL="6120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5pPr>
            <a:lvl6pPr marL="76512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6pPr>
            <a:lvl7pPr marL="91814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7pPr>
            <a:lvl8pPr marL="1071174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8pPr>
            <a:lvl9pPr marL="1224199" indent="0">
              <a:buNone/>
              <a:defRPr sz="5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65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423" y="892105"/>
            <a:ext cx="1300798" cy="21263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9479" y="892105"/>
            <a:ext cx="1300798" cy="21263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17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178422"/>
            <a:ext cx="2639854" cy="64774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2" y="821513"/>
            <a:ext cx="1294819" cy="402611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0822" y="1224124"/>
            <a:ext cx="1294819" cy="18005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9480" y="821513"/>
            <a:ext cx="1301196" cy="402611"/>
          </a:xfrm>
        </p:spPr>
        <p:txBody>
          <a:bodyPr anchor="b"/>
          <a:lstStyle>
            <a:lvl1pPr marL="0" indent="0">
              <a:buNone/>
              <a:defRPr sz="803" b="1"/>
            </a:lvl1pPr>
            <a:lvl2pPr marL="153025" indent="0">
              <a:buNone/>
              <a:defRPr sz="669" b="1"/>
            </a:lvl2pPr>
            <a:lvl3pPr marL="306050" indent="0">
              <a:buNone/>
              <a:defRPr sz="602" b="1"/>
            </a:lvl3pPr>
            <a:lvl4pPr marL="459075" indent="0">
              <a:buNone/>
              <a:defRPr sz="536" b="1"/>
            </a:lvl4pPr>
            <a:lvl5pPr marL="612099" indent="0">
              <a:buNone/>
              <a:defRPr sz="536" b="1"/>
            </a:lvl5pPr>
            <a:lvl6pPr marL="765124" indent="0">
              <a:buNone/>
              <a:defRPr sz="536" b="1"/>
            </a:lvl6pPr>
            <a:lvl7pPr marL="918149" indent="0">
              <a:buNone/>
              <a:defRPr sz="536" b="1"/>
            </a:lvl7pPr>
            <a:lvl8pPr marL="1071174" indent="0">
              <a:buNone/>
              <a:defRPr sz="536" b="1"/>
            </a:lvl8pPr>
            <a:lvl9pPr marL="1224199" indent="0">
              <a:buNone/>
              <a:defRPr sz="536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9480" y="1224124"/>
            <a:ext cx="1301196" cy="18005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56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23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5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3414"/>
            <a:ext cx="987155" cy="781950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1196" y="482514"/>
            <a:ext cx="1549479" cy="2381533"/>
          </a:xfrm>
        </p:spPr>
        <p:txBody>
          <a:bodyPr/>
          <a:lstStyle>
            <a:lvl1pPr>
              <a:defRPr sz="1071"/>
            </a:lvl1pPr>
            <a:lvl2pPr>
              <a:defRPr sz="937"/>
            </a:lvl2pPr>
            <a:lvl3pPr>
              <a:defRPr sz="803"/>
            </a:lvl3pPr>
            <a:lvl4pPr>
              <a:defRPr sz="669"/>
            </a:lvl4pPr>
            <a:lvl5pPr>
              <a:defRPr sz="669"/>
            </a:lvl5pPr>
            <a:lvl6pPr>
              <a:defRPr sz="669"/>
            </a:lvl6pPr>
            <a:lvl7pPr>
              <a:defRPr sz="669"/>
            </a:lvl7pPr>
            <a:lvl8pPr>
              <a:defRPr sz="669"/>
            </a:lvl8pPr>
            <a:lvl9pPr>
              <a:defRPr sz="669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005364"/>
            <a:ext cx="987155" cy="1862561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2" y="223414"/>
            <a:ext cx="987155" cy="781950"/>
          </a:xfrm>
        </p:spPr>
        <p:txBody>
          <a:bodyPr anchor="b"/>
          <a:lstStyle>
            <a:lvl1pPr>
              <a:defRPr sz="107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1196" y="482514"/>
            <a:ext cx="1549479" cy="2381533"/>
          </a:xfrm>
        </p:spPr>
        <p:txBody>
          <a:bodyPr anchor="t"/>
          <a:lstStyle>
            <a:lvl1pPr marL="0" indent="0">
              <a:buNone/>
              <a:defRPr sz="1071"/>
            </a:lvl1pPr>
            <a:lvl2pPr marL="153025" indent="0">
              <a:buNone/>
              <a:defRPr sz="937"/>
            </a:lvl2pPr>
            <a:lvl3pPr marL="306050" indent="0">
              <a:buNone/>
              <a:defRPr sz="803"/>
            </a:lvl3pPr>
            <a:lvl4pPr marL="459075" indent="0">
              <a:buNone/>
              <a:defRPr sz="669"/>
            </a:lvl4pPr>
            <a:lvl5pPr marL="612099" indent="0">
              <a:buNone/>
              <a:defRPr sz="669"/>
            </a:lvl5pPr>
            <a:lvl6pPr marL="765124" indent="0">
              <a:buNone/>
              <a:defRPr sz="669"/>
            </a:lvl6pPr>
            <a:lvl7pPr marL="918149" indent="0">
              <a:buNone/>
              <a:defRPr sz="669"/>
            </a:lvl7pPr>
            <a:lvl8pPr marL="1071174" indent="0">
              <a:buNone/>
              <a:defRPr sz="669"/>
            </a:lvl8pPr>
            <a:lvl9pPr marL="1224199" indent="0">
              <a:buNone/>
              <a:defRPr sz="66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0822" y="1005364"/>
            <a:ext cx="987155" cy="1862561"/>
          </a:xfrm>
        </p:spPr>
        <p:txBody>
          <a:bodyPr/>
          <a:lstStyle>
            <a:lvl1pPr marL="0" indent="0">
              <a:buNone/>
              <a:defRPr sz="536"/>
            </a:lvl1pPr>
            <a:lvl2pPr marL="153025" indent="0">
              <a:buNone/>
              <a:defRPr sz="469"/>
            </a:lvl2pPr>
            <a:lvl3pPr marL="306050" indent="0">
              <a:buNone/>
              <a:defRPr sz="402"/>
            </a:lvl3pPr>
            <a:lvl4pPr marL="459075" indent="0">
              <a:buNone/>
              <a:defRPr sz="335"/>
            </a:lvl4pPr>
            <a:lvl5pPr marL="612099" indent="0">
              <a:buNone/>
              <a:defRPr sz="335"/>
            </a:lvl5pPr>
            <a:lvl6pPr marL="765124" indent="0">
              <a:buNone/>
              <a:defRPr sz="335"/>
            </a:lvl6pPr>
            <a:lvl7pPr marL="918149" indent="0">
              <a:buNone/>
              <a:defRPr sz="335"/>
            </a:lvl7pPr>
            <a:lvl8pPr marL="1071174" indent="0">
              <a:buNone/>
              <a:defRPr sz="335"/>
            </a:lvl8pPr>
            <a:lvl9pPr marL="1224199" indent="0">
              <a:buNone/>
              <a:defRPr sz="33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974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0314" y="178421"/>
            <a:ext cx="659963" cy="28399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423" y="178421"/>
            <a:ext cx="1941632" cy="283999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727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423" y="178422"/>
            <a:ext cx="2639854" cy="6477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423" y="892105"/>
            <a:ext cx="2639854" cy="2126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423" y="3106079"/>
            <a:ext cx="688658" cy="1784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C8FD4-09E4-42B1-BB8A-413E365F173F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3857" y="3106079"/>
            <a:ext cx="1032986" cy="1784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1619" y="3106079"/>
            <a:ext cx="688658" cy="1784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DB9F8-4234-4C53-8DBC-071D6F952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01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6050" rtl="0" eaLnBrk="1" latinLnBrk="0" hangingPunct="1">
        <a:lnSpc>
          <a:spcPct val="90000"/>
        </a:lnSpc>
        <a:spcBef>
          <a:spcPct val="0"/>
        </a:spcBef>
        <a:buNone/>
        <a:defRPr sz="14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512" indent="-76512" algn="l" defTabSz="30605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1pPr>
      <a:lvl2pPr marL="2295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3" kern="1200">
          <a:solidFill>
            <a:schemeClr val="tx1"/>
          </a:solidFill>
          <a:latin typeface="+mn-lt"/>
          <a:ea typeface="+mn-ea"/>
          <a:cs typeface="+mn-cs"/>
        </a:defRPr>
      </a:lvl2pPr>
      <a:lvl3pPr marL="38256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9" kern="1200">
          <a:solidFill>
            <a:schemeClr val="tx1"/>
          </a:solidFill>
          <a:latin typeface="+mn-lt"/>
          <a:ea typeface="+mn-ea"/>
          <a:cs typeface="+mn-cs"/>
        </a:defRPr>
      </a:lvl3pPr>
      <a:lvl4pPr marL="53558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88612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841637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9466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147686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300711" indent="-76512" algn="l" defTabSz="30605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1pPr>
      <a:lvl2pPr marL="15302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2pPr>
      <a:lvl3pPr marL="306050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3pPr>
      <a:lvl4pPr marL="459075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4pPr>
      <a:lvl5pPr marL="6120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5pPr>
      <a:lvl6pPr marL="76512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6pPr>
      <a:lvl7pPr marL="91814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7pPr>
      <a:lvl8pPr marL="1071174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8pPr>
      <a:lvl9pPr marL="1224199" algn="l" defTabSz="306050" rtl="0" eaLnBrk="1" latinLnBrk="0" hangingPunct="1">
        <a:defRPr sz="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95"/>
            <a:ext cx="3060699" cy="335220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0" y="-495"/>
            <a:ext cx="36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511474"/>
            <a:ext cx="360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736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Tamir</dc:creator>
  <cp:lastModifiedBy>Tamir</cp:lastModifiedBy>
  <cp:revision>8</cp:revision>
  <dcterms:created xsi:type="dcterms:W3CDTF">2025-12-28T21:07:58Z</dcterms:created>
  <dcterms:modified xsi:type="dcterms:W3CDTF">2025-12-29T09:40:36Z</dcterms:modified>
</cp:coreProperties>
</file>