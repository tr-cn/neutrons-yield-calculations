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1682413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66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302" y="1047539"/>
            <a:ext cx="8761810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302" y="3361902"/>
            <a:ext cx="8761810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9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8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081" y="1595756"/>
            <a:ext cx="10076081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7081" y="4283499"/>
            <a:ext cx="10076081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7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3166" y="1703917"/>
            <a:ext cx="4965026" cy="40612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4221" y="1703917"/>
            <a:ext cx="4965026" cy="40612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0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340784"/>
            <a:ext cx="10076081" cy="123719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88" y="1569085"/>
            <a:ext cx="4942208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4688" y="2338070"/>
            <a:ext cx="4942208" cy="34389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14222" y="1569085"/>
            <a:ext cx="4966547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14222" y="2338070"/>
            <a:ext cx="4966547" cy="34389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82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5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426720"/>
            <a:ext cx="3767882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6547" y="921597"/>
            <a:ext cx="5914222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1920240"/>
            <a:ext cx="3767882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1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426720"/>
            <a:ext cx="3767882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66547" y="921597"/>
            <a:ext cx="5914222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1920240"/>
            <a:ext cx="3767882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5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0227" y="340783"/>
            <a:ext cx="2519020" cy="54243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3166" y="340783"/>
            <a:ext cx="7411031" cy="542438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4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3166" y="340784"/>
            <a:ext cx="10076081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166" y="1703917"/>
            <a:ext cx="10076081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3166" y="5932594"/>
            <a:ext cx="262854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2CD17-B15A-421D-B75C-2A3D21073A8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800" y="5932594"/>
            <a:ext cx="3942814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0704" y="5932594"/>
            <a:ext cx="262854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3BF87-7611-4663-B7C1-FC1B8A2B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4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roup 249"/>
          <p:cNvGrpSpPr/>
          <p:nvPr/>
        </p:nvGrpSpPr>
        <p:grpSpPr>
          <a:xfrm>
            <a:off x="206" y="615"/>
            <a:ext cx="11682000" cy="6399570"/>
            <a:chOff x="206" y="229215"/>
            <a:chExt cx="11682000" cy="6399570"/>
          </a:xfrm>
        </p:grpSpPr>
        <p:pic>
          <p:nvPicPr>
            <p:cNvPr id="243" name="Picture 24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" y="229215"/>
              <a:ext cx="11682000" cy="6399570"/>
            </a:xfrm>
            <a:prstGeom prst="rect">
              <a:avLst/>
            </a:prstGeom>
          </p:spPr>
        </p:pic>
        <p:sp>
          <p:nvSpPr>
            <p:cNvPr id="244" name="TextBox 243"/>
            <p:cNvSpPr txBox="1"/>
            <p:nvPr/>
          </p:nvSpPr>
          <p:spPr>
            <a:xfrm>
              <a:off x="4281692" y="2074673"/>
              <a:ext cx="2804998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>
                  <a:solidFill>
                    <a:srgbClr val="B5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</a:t>
              </a:r>
            </a:p>
            <a:p>
              <a:pPr algn="ctr"/>
              <a:r>
                <a:rPr lang="en-US" sz="3540" dirty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(This work</a:t>
              </a:r>
              <a:r>
                <a:rPr lang="en-US" sz="3540" dirty="0" smtClean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851533" y="3429000"/>
              <a:ext cx="1482034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40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Cohen (2024</a:t>
              </a:r>
              <a:r>
                <a:rPr lang="en-US" sz="3540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431505" y="1408873"/>
              <a:ext cx="2236968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err="1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Pomerantz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0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(2014</a:t>
              </a:r>
              <a:r>
                <a:rPr lang="en-US" sz="3540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8737221" y="673926"/>
              <a:ext cx="901904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4936274" y="1232948"/>
              <a:ext cx="799921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2004999" y="2761423"/>
              <a:ext cx="826214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77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1062</TotalTime>
  <Words>16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  Cohen</dc:creator>
  <cp:lastModifiedBy>Tamir</cp:lastModifiedBy>
  <cp:revision>14</cp:revision>
  <dcterms:created xsi:type="dcterms:W3CDTF">2025-10-22T11:21:36Z</dcterms:created>
  <dcterms:modified xsi:type="dcterms:W3CDTF">2025-12-27T20:19:50Z</dcterms:modified>
</cp:coreProperties>
</file>